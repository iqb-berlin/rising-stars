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  <p:sldId id="265" r:id="rId10"/>
    <p:sldId id="266" r:id="rId11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1512" y="-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3633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links und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68300" y="2627138"/>
            <a:ext cx="933542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content-hub1.png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68815" y="2604283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2435072" y="5342284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210439" y="2686662"/>
            <a:ext cx="1065792" cy="317898"/>
          </a:xfrm>
          <a:prstGeom prst="lef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D19F10A-674D-4908-9A18-FDAD3BD7BEDC}"/>
              </a:ext>
            </a:extLst>
          </p:cNvPr>
          <p:cNvSpPr/>
          <p:nvPr/>
        </p:nvSpPr>
        <p:spPr>
          <a:xfrm>
            <a:off x="1365847" y="2044000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IQB-Studio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B3200A0-8EF8-4FFF-B02C-41172859B333}"/>
              </a:ext>
            </a:extLst>
          </p:cNvPr>
          <p:cNvSpPr/>
          <p:nvPr/>
        </p:nvSpPr>
        <p:spPr>
          <a:xfrm>
            <a:off x="3408092" y="2038168"/>
            <a:ext cx="1800154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Länder-Durchführung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449000" y="257824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2651901" y="4344640"/>
            <a:ext cx="181931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347880" y="4336905"/>
            <a:ext cx="183649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4325604" y="3972049"/>
            <a:ext cx="80202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4321033" y="4977845"/>
            <a:ext cx="84459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877192" y="5363651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  <p:sp>
        <p:nvSpPr>
          <p:cNvPr id="12" name="Flussdiagramm: Magnetplattenspeicher 11">
            <a:extLst>
              <a:ext uri="{FF2B5EF4-FFF2-40B4-BE49-F238E27FC236}">
                <a16:creationId xmlns:a16="http://schemas.microsoft.com/office/drawing/2014/main" id="{F796BA9E-5480-793C-C4A2-8A734E31A83C}"/>
              </a:ext>
            </a:extLst>
          </p:cNvPr>
          <p:cNvSpPr/>
          <p:nvPr/>
        </p:nvSpPr>
        <p:spPr>
          <a:xfrm>
            <a:off x="5148991" y="5845787"/>
            <a:ext cx="986740" cy="94488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Daten-Archiv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1079D243-BA3D-E2A7-7F1D-465FB352B90A}"/>
              </a:ext>
            </a:extLst>
          </p:cNvPr>
          <p:cNvSpPr/>
          <p:nvPr/>
        </p:nvSpPr>
        <p:spPr>
          <a:xfrm rot="5400000">
            <a:off x="4864600" y="5159826"/>
            <a:ext cx="155552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674826" y="4420930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eatTBA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BA86029-B693-FD41-5370-C38B7BF743FB}"/>
              </a:ext>
            </a:extLst>
          </p:cNvPr>
          <p:cNvSpPr/>
          <p:nvPr/>
        </p:nvSpPr>
        <p:spPr>
          <a:xfrm>
            <a:off x="4330789" y="4878635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27ED717-A731-F8F3-4893-8FBB71998940}"/>
              </a:ext>
            </a:extLst>
          </p:cNvPr>
          <p:cNvSpPr/>
          <p:nvPr/>
        </p:nvSpPr>
        <p:spPr>
          <a:xfrm>
            <a:off x="5490159" y="4915216"/>
            <a:ext cx="895401" cy="8912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Itemdaten,</a:t>
            </a:r>
          </a:p>
          <a:p>
            <a:pPr algn="ctr"/>
            <a:r>
              <a:rPr lang="de-DE" sz="1200">
                <a:solidFill>
                  <a:srgbClr val="405786"/>
                </a:solidFill>
              </a:rPr>
              <a:t>Fähigkeits-werte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EFAB975-7544-FB8E-1E76-1F47B4DB4A1E}"/>
              </a:ext>
            </a:extLst>
          </p:cNvPr>
          <p:cNvSpPr/>
          <p:nvPr/>
        </p:nvSpPr>
        <p:spPr>
          <a:xfrm>
            <a:off x="4458697" y="3888327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Item-kennwerte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0A89E02-51E0-1E69-76B2-B5EFA4D16E9D}"/>
              </a:ext>
            </a:extLst>
          </p:cNvPr>
          <p:cNvSpPr/>
          <p:nvPr/>
        </p:nvSpPr>
        <p:spPr>
          <a:xfrm>
            <a:off x="2931072" y="4258006"/>
            <a:ext cx="835184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Aufgaben-UI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B39DAA76-38F0-1AF7-02A1-8357E9AB6455}"/>
              </a:ext>
            </a:extLst>
          </p:cNvPr>
          <p:cNvSpPr/>
          <p:nvPr/>
        </p:nvSpPr>
        <p:spPr>
          <a:xfrm rot="3850881" flipH="1" flipV="1">
            <a:off x="3013385" y="4500352"/>
            <a:ext cx="1822517" cy="194103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8E18734-A6B0-4784-F175-872BFD92F14A}"/>
              </a:ext>
            </a:extLst>
          </p:cNvPr>
          <p:cNvSpPr/>
          <p:nvPr/>
        </p:nvSpPr>
        <p:spPr>
          <a:xfrm>
            <a:off x="3381969" y="4578226"/>
            <a:ext cx="1102995" cy="2871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773FEF8-5DEB-241E-0E5B-41E0CE987629}"/>
              </a:ext>
            </a:extLst>
          </p:cNvPr>
          <p:cNvSpPr/>
          <p:nvPr/>
        </p:nvSpPr>
        <p:spPr>
          <a:xfrm>
            <a:off x="1627699" y="3228501"/>
            <a:ext cx="3365128" cy="52892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IQB-ContentHub</a:t>
            </a:r>
          </a:p>
        </p:txBody>
      </p:sp>
    </p:spTree>
    <p:extLst>
      <p:ext uri="{BB962C8B-B14F-4D97-AF65-F5344CB8AC3E}">
        <p14:creationId xmlns:p14="http://schemas.microsoft.com/office/powerpoint/2010/main" val="3370356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content-hub2.png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7D2D8F-2509-056B-8CAC-4F65CD4080E2}"/>
              </a:ext>
            </a:extLst>
          </p:cNvPr>
          <p:cNvSpPr/>
          <p:nvPr/>
        </p:nvSpPr>
        <p:spPr>
          <a:xfrm>
            <a:off x="673103" y="2924124"/>
            <a:ext cx="4787898" cy="2439086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600">
              <a:solidFill>
                <a:srgbClr val="405786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F9CB50D-6CAB-7433-6392-E47CC14FC637}"/>
              </a:ext>
            </a:extLst>
          </p:cNvPr>
          <p:cNvCxnSpPr>
            <a:cxnSpLocks/>
            <a:stCxn id="27" idx="0"/>
            <a:endCxn id="37" idx="2"/>
          </p:cNvCxnSpPr>
          <p:nvPr/>
        </p:nvCxnSpPr>
        <p:spPr>
          <a:xfrm flipH="1" flipV="1">
            <a:off x="3807603" y="2819540"/>
            <a:ext cx="1" cy="77022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6971455E-0E59-66A9-13C7-6EC0E700DC37}"/>
              </a:ext>
            </a:extLst>
          </p:cNvPr>
          <p:cNvSpPr/>
          <p:nvPr/>
        </p:nvSpPr>
        <p:spPr>
          <a:xfrm>
            <a:off x="337453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eatTBA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A197376-C3FE-BB86-D344-E3BF91183682}"/>
              </a:ext>
            </a:extLst>
          </p:cNvPr>
          <p:cNvCxnSpPr>
            <a:cxnSpLocks/>
            <a:stCxn id="44" idx="0"/>
            <a:endCxn id="28" idx="3"/>
          </p:cNvCxnSpPr>
          <p:nvPr/>
        </p:nvCxnSpPr>
        <p:spPr>
          <a:xfrm flipV="1">
            <a:off x="4771593" y="4352771"/>
            <a:ext cx="0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E637A302-96ED-7826-494D-88887BBDE1C5}"/>
              </a:ext>
            </a:extLst>
          </p:cNvPr>
          <p:cNvSpPr/>
          <p:nvPr/>
        </p:nvSpPr>
        <p:spPr>
          <a:xfrm>
            <a:off x="4338521" y="5614670"/>
            <a:ext cx="866143" cy="690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Kodierbox, Testcenter, 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21A32612-B86D-A65A-66E1-1FBC8117FB53}"/>
              </a:ext>
            </a:extLst>
          </p:cNvPr>
          <p:cNvSpPr/>
          <p:nvPr/>
        </p:nvSpPr>
        <p:spPr>
          <a:xfrm>
            <a:off x="1563963" y="4754236"/>
            <a:ext cx="1193748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Booklet-Editor</a:t>
            </a:r>
            <a:endParaRPr lang="de-DE" sz="1400"/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7DC1F910-59AE-AD5E-9791-7FFB80DBF532}"/>
              </a:ext>
            </a:extLst>
          </p:cNvPr>
          <p:cNvSpPr/>
          <p:nvPr/>
        </p:nvSpPr>
        <p:spPr>
          <a:xfrm>
            <a:off x="1563963" y="4403525"/>
            <a:ext cx="1176563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AP-Editor</a:t>
            </a:r>
            <a:endParaRPr lang="de-DE" sz="1400"/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596664A5-4892-9289-BFBE-354B0B2F0BC0}"/>
              </a:ext>
            </a:extLst>
          </p:cNvPr>
          <p:cNvSpPr/>
          <p:nvPr/>
        </p:nvSpPr>
        <p:spPr>
          <a:xfrm>
            <a:off x="3515215" y="4403525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Item-Explorer</a:t>
            </a:r>
            <a:endParaRPr lang="de-DE" sz="1400"/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8A6A495B-7CCF-28C4-22BE-4C6E2AF1E8DB}"/>
              </a:ext>
            </a:extLst>
          </p:cNvPr>
          <p:cNvCxnSpPr>
            <a:cxnSpLocks/>
            <a:stCxn id="28" idx="1"/>
            <a:endCxn id="51" idx="2"/>
          </p:cNvCxnSpPr>
          <p:nvPr/>
        </p:nvCxnSpPr>
        <p:spPr>
          <a:xfrm flipV="1">
            <a:off x="4771593" y="2819540"/>
            <a:ext cx="0" cy="59083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9294A9CF-27F9-37F4-0FF8-3C04FAA5328B}"/>
              </a:ext>
            </a:extLst>
          </p:cNvPr>
          <p:cNvSpPr/>
          <p:nvPr/>
        </p:nvSpPr>
        <p:spPr>
          <a:xfrm>
            <a:off x="433852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24E4B898-4F8E-7264-6EA6-7F4E96815992}"/>
              </a:ext>
            </a:extLst>
          </p:cNvPr>
          <p:cNvSpPr/>
          <p:nvPr/>
        </p:nvSpPr>
        <p:spPr>
          <a:xfrm>
            <a:off x="3517692" y="4754236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Unit-Review</a:t>
            </a:r>
            <a:endParaRPr lang="de-DE" sz="14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B18D02B-1379-4F64-B5ED-0A2795EF24CE}"/>
              </a:ext>
            </a:extLst>
          </p:cNvPr>
          <p:cNvCxnSpPr>
            <a:cxnSpLocks/>
            <a:stCxn id="62" idx="0"/>
            <a:endCxn id="21" idx="3"/>
          </p:cNvCxnSpPr>
          <p:nvPr/>
        </p:nvCxnSpPr>
        <p:spPr>
          <a:xfrm flipV="1">
            <a:off x="2843613" y="4352771"/>
            <a:ext cx="1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CC41AD77-5AAA-106A-867F-605A09271D45}"/>
              </a:ext>
            </a:extLst>
          </p:cNvPr>
          <p:cNvSpPr/>
          <p:nvPr/>
        </p:nvSpPr>
        <p:spPr>
          <a:xfrm>
            <a:off x="24105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Testcenter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8B484C5C-6D69-9DC8-4FBC-0515C7CB2177}"/>
              </a:ext>
            </a:extLst>
          </p:cNvPr>
          <p:cNvSpPr/>
          <p:nvPr/>
        </p:nvSpPr>
        <p:spPr>
          <a:xfrm>
            <a:off x="1926195" y="3730100"/>
            <a:ext cx="2512455" cy="317898"/>
          </a:xfrm>
          <a:prstGeom prst="leftArrow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7071733-ACEA-D25D-4C7B-CD1FB7B4B6F5}"/>
              </a:ext>
            </a:extLst>
          </p:cNvPr>
          <p:cNvSpPr/>
          <p:nvPr/>
        </p:nvSpPr>
        <p:spPr>
          <a:xfrm>
            <a:off x="3516161" y="3589767"/>
            <a:ext cx="582885" cy="583615"/>
          </a:xfrm>
          <a:prstGeom prst="roundRect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Item-kenn-werte</a:t>
            </a:r>
          </a:p>
        </p:txBody>
      </p:sp>
      <p:sp>
        <p:nvSpPr>
          <p:cNvPr id="28" name="Flussdiagramm: Magnetplattenspeicher 27">
            <a:extLst>
              <a:ext uri="{FF2B5EF4-FFF2-40B4-BE49-F238E27FC236}">
                <a16:creationId xmlns:a16="http://schemas.microsoft.com/office/drawing/2014/main" id="{4B77E6B9-BC69-0818-2754-F74A06B8E155}"/>
              </a:ext>
            </a:extLst>
          </p:cNvPr>
          <p:cNvSpPr/>
          <p:nvPr/>
        </p:nvSpPr>
        <p:spPr>
          <a:xfrm>
            <a:off x="4266312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Units</a:t>
            </a:r>
          </a:p>
        </p:txBody>
      </p:sp>
      <p:sp>
        <p:nvSpPr>
          <p:cNvPr id="21" name="Flussdiagramm: Magnetplattenspeicher 20">
            <a:extLst>
              <a:ext uri="{FF2B5EF4-FFF2-40B4-BE49-F238E27FC236}">
                <a16:creationId xmlns:a16="http://schemas.microsoft.com/office/drawing/2014/main" id="{C32C1D49-7C7A-B993-42CA-0EED9CF1F2A4}"/>
              </a:ext>
            </a:extLst>
          </p:cNvPr>
          <p:cNvSpPr/>
          <p:nvPr/>
        </p:nvSpPr>
        <p:spPr>
          <a:xfrm>
            <a:off x="2338333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Studien</a:t>
            </a:r>
          </a:p>
        </p:txBody>
      </p:sp>
      <p:sp>
        <p:nvSpPr>
          <p:cNvPr id="69" name="Flussdiagramm: Magnetplattenspeicher 68">
            <a:extLst>
              <a:ext uri="{FF2B5EF4-FFF2-40B4-BE49-F238E27FC236}">
                <a16:creationId xmlns:a16="http://schemas.microsoft.com/office/drawing/2014/main" id="{DDE9446D-D51E-2904-B43D-185315EA8514}"/>
              </a:ext>
            </a:extLst>
          </p:cNvPr>
          <p:cNvSpPr/>
          <p:nvPr/>
        </p:nvSpPr>
        <p:spPr>
          <a:xfrm>
            <a:off x="915634" y="3408839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Assessment Packages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B0D7C2BE-8198-3335-8B85-FC4C9BA222D0}"/>
              </a:ext>
            </a:extLst>
          </p:cNvPr>
          <p:cNvCxnSpPr>
            <a:cxnSpLocks/>
            <a:endCxn id="69" idx="3"/>
          </p:cNvCxnSpPr>
          <p:nvPr/>
        </p:nvCxnSpPr>
        <p:spPr>
          <a:xfrm flipV="1">
            <a:off x="1420913" y="4351233"/>
            <a:ext cx="2" cy="126724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CD3FFE20-A974-9AD0-A923-EF18E789FC30}"/>
              </a:ext>
            </a:extLst>
          </p:cNvPr>
          <p:cNvSpPr/>
          <p:nvPr/>
        </p:nvSpPr>
        <p:spPr>
          <a:xfrm>
            <a:off x="9878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Länder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60D643AA-B387-867F-4232-15BF303F53C3}"/>
              </a:ext>
            </a:extLst>
          </p:cNvPr>
          <p:cNvCxnSpPr>
            <a:cxnSpLocks/>
            <a:stCxn id="21" idx="1"/>
            <a:endCxn id="76" idx="2"/>
          </p:cNvCxnSpPr>
          <p:nvPr/>
        </p:nvCxnSpPr>
        <p:spPr>
          <a:xfrm flipH="1" flipV="1">
            <a:off x="2843613" y="2813963"/>
            <a:ext cx="1" cy="596414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hteck 75">
            <a:extLst>
              <a:ext uri="{FF2B5EF4-FFF2-40B4-BE49-F238E27FC236}">
                <a16:creationId xmlns:a16="http://schemas.microsoft.com/office/drawing/2014/main" id="{BE383267-29A9-9FC8-CE21-694445340630}"/>
              </a:ext>
            </a:extLst>
          </p:cNvPr>
          <p:cNvSpPr/>
          <p:nvPr/>
        </p:nvSpPr>
        <p:spPr>
          <a:xfrm>
            <a:off x="2410541" y="2399938"/>
            <a:ext cx="866143" cy="414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AP andere Quellen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2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273</Words>
  <Application>Microsoft Office PowerPoint</Application>
  <PresentationFormat>Bildschirmpräsentation (4:3)</PresentationFormat>
  <Paragraphs>162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response-analyser-vera.png</vt:lpstr>
      <vt:lpstr>response-analyser-stars.png</vt:lpstr>
      <vt:lpstr>booklet-structure.png</vt:lpstr>
      <vt:lpstr>content-hub1.png</vt:lpstr>
      <vt:lpstr>content-hub2.png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 Mechtel</cp:lastModifiedBy>
  <cp:revision>40</cp:revision>
  <dcterms:created xsi:type="dcterms:W3CDTF">2025-09-05T05:36:38Z</dcterms:created>
  <dcterms:modified xsi:type="dcterms:W3CDTF">2026-09-23T11:38:52Z</dcterms:modified>
</cp:coreProperties>
</file>