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2" r:id="rId8"/>
    <p:sldId id="260" r:id="rId9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5786"/>
    <a:srgbClr val="7D12B9"/>
    <a:srgbClr val="7D12BA"/>
    <a:srgbClr val="D92FC1"/>
    <a:srgbClr val="008CBA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59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IQB-ContentHub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IQB-ResponseAnalyser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2541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Assessment Package</a:t>
            </a: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268270" y="5303452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09548" y="5393561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288938" y="5841478"/>
            <a:ext cx="64660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2C84FA60-ECCB-4D17-813F-49C831BF79BD}"/>
              </a:ext>
            </a:extLst>
          </p:cNvPr>
          <p:cNvSpPr/>
          <p:nvPr/>
        </p:nvSpPr>
        <p:spPr>
          <a:xfrm rot="16200000">
            <a:off x="2750597" y="5386689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6DBFEC0-E32B-4C6A-895C-18974A3E5691}"/>
              </a:ext>
            </a:extLst>
          </p:cNvPr>
          <p:cNvSpPr/>
          <p:nvPr/>
        </p:nvSpPr>
        <p:spPr>
          <a:xfrm>
            <a:off x="2798534" y="5841478"/>
            <a:ext cx="80667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Fähigkeitswerte aus Vorjahr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84462" y="2938048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84462" y="3776488"/>
            <a:ext cx="1934114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84462" y="2128711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65608" y="2938048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65608" y="3776488"/>
            <a:ext cx="195296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65608" y="2128711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222</Words>
  <Application>Microsoft Office PowerPoint</Application>
  <PresentationFormat>Bildschirmpräsentation (4:3)</PresentationFormat>
  <Paragraphs>129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response-analyser.png</vt:lpstr>
      <vt:lpstr>response-analyser-vera.png</vt:lpstr>
      <vt:lpstr>response-analyser-stars.png</vt:lpstr>
      <vt:lpstr>booklet-structure.png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</cp:lastModifiedBy>
  <cp:revision>37</cp:revision>
  <dcterms:created xsi:type="dcterms:W3CDTF">2025-09-05T05:36:38Z</dcterms:created>
  <dcterms:modified xsi:type="dcterms:W3CDTF">2026-09-22T16:55:08Z</dcterms:modified>
</cp:coreProperties>
</file>